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E0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6616F"/>
          </a:solidFill>
          <a:ln w="12700">
            <a:solidFill>
              <a:srgbClr val="0661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MONTGOMERY COUNTY DEMOCRATIC PARTY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6199632"/>
            <a:ext cx="12188952" cy="658368"/>
          </a:xfrm>
          <a:prstGeom prst="rect">
            <a:avLst/>
          </a:prstGeom>
          <a:solidFill>
            <a:srgbClr val="06616F"/>
          </a:solidFill>
          <a:ln w="12700">
            <a:solidFill>
              <a:srgbClr val="0661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199632"/>
            <a:ext cx="12188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Kettering 1-A  ·  Peach Orchard Road  ·  Montgomery County, Ohio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FOR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Matthew Reyes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2926080" cy="54864"/>
          </a:xfrm>
          <a:prstGeom prst="rect">
            <a:avLst/>
          </a:prstGeom>
          <a:solidFill>
            <a:srgbClr val="06616F"/>
          </a:solidFill>
          <a:ln w="12700">
            <a:solidFill>
              <a:srgbClr val="0661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6888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Precinct Captain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neighbor on Peach Orchard Road.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374904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for local news &amp; to make your voice heard  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778240" y="1051560"/>
            <a:ext cx="3090672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42832" y="1216152"/>
            <a:ext cx="2761488" cy="64008"/>
          </a:xfrm>
          <a:prstGeom prst="rect">
            <a:avLst/>
          </a:prstGeom>
          <a:solidFill>
            <a:srgbClr val="06616F"/>
          </a:solidFill>
          <a:ln w="12700">
            <a:solidFill>
              <a:srgbClr val="0661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42832" y="3913632"/>
            <a:ext cx="2761488" cy="64008"/>
          </a:xfrm>
          <a:prstGeom prst="rect">
            <a:avLst/>
          </a:prstGeom>
          <a:solidFill>
            <a:srgbClr val="06616F"/>
          </a:solidFill>
          <a:ln w="12700">
            <a:solidFill>
              <a:srgbClr val="0661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42832" y="1216152"/>
            <a:ext cx="64008" cy="2761488"/>
          </a:xfrm>
          <a:prstGeom prst="rect">
            <a:avLst/>
          </a:prstGeom>
          <a:solidFill>
            <a:srgbClr val="06616F"/>
          </a:solidFill>
          <a:ln w="12700">
            <a:solidFill>
              <a:srgbClr val="0661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40312" y="1216152"/>
            <a:ext cx="64008" cy="2761488"/>
          </a:xfrm>
          <a:prstGeom prst="rect">
            <a:avLst/>
          </a:prstGeom>
          <a:solidFill>
            <a:srgbClr val="06616F"/>
          </a:solidFill>
          <a:ln w="12700">
            <a:solidFill>
              <a:srgbClr val="0661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14884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61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Place QR Code Here 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95360" y="4279392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motorbikematt.github.io/Kettering-1-A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Reyes Yard Sign</dc:title>
  <dc:subject>PptxGenJS Presentation</dc:subject>
  <dc:creator>PptxGenJS</dc:creator>
  <cp:lastModifiedBy>PptxGenJS</cp:lastModifiedBy>
  <cp:revision>1</cp:revision>
  <dcterms:created xsi:type="dcterms:W3CDTF">2026-05-05T17:58:47Z</dcterms:created>
  <dcterms:modified xsi:type="dcterms:W3CDTF">2026-05-05T17:58:47Z</dcterms:modified>
</cp:coreProperties>
</file>